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4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1772100" y="3438516"/>
            <a:ext cx="12711864" cy="2361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4600" b="1" i="0" dirty="0">
                <a:solidFill>
                  <a:srgbClr val="FFFFFF"/>
                </a:solidFill>
                <a:latin typeface="Georgia"/>
                <a:cs typeface="Georgia"/>
              </a:rPr>
              <a:t>Influencia de la precipitación en la siniestralidad vial del Distrito de Medellín (2022–2024)</a:t>
            </a:r>
          </a:p>
        </p:txBody>
      </p:sp>
      <p:sp>
        <p:nvSpPr>
          <p:cNvPr id="4" name="Autor"/>
          <p:cNvSpPr txBox="1"/>
          <p:nvPr/>
        </p:nvSpPr>
        <p:spPr>
          <a:xfrm>
            <a:off x="1181400" y="5941600"/>
            <a:ext cx="13893264" cy="5195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3000" b="1" i="0" dirty="0">
                <a:solidFill>
                  <a:srgbClr val="FFFFFF"/>
                </a:solidFill>
                <a:latin typeface="Calibri"/>
                <a:cs typeface="Calibri"/>
              </a:rPr>
              <a:t>Jorge Andres Vivas Moreno, Ingeniero Civil e Ingeniero Sanitario</a:t>
            </a:r>
          </a:p>
        </p:txBody>
      </p:sp>
      <p:sp>
        <p:nvSpPr>
          <p:cNvPr id="5" name="Programa"/>
          <p:cNvSpPr txBox="1"/>
          <p:nvPr/>
        </p:nvSpPr>
        <p:spPr>
          <a:xfrm>
            <a:off x="1181400" y="6650020"/>
            <a:ext cx="13893264" cy="4958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2800" b="0" i="0" dirty="0">
                <a:solidFill>
                  <a:srgbClr val="FFFFFF"/>
                </a:solidFill>
                <a:latin typeface="Calibri"/>
                <a:cs typeface="Calibri"/>
              </a:rPr>
              <a:t>Especialización en Recursos Hídricos</a:t>
            </a:r>
          </a:p>
        </p:txBody>
      </p:sp>
      <p:sp>
        <p:nvSpPr>
          <p:cNvPr id="6" name="Curso"/>
          <p:cNvSpPr txBox="1"/>
          <p:nvPr/>
        </p:nvSpPr>
        <p:spPr>
          <a:xfrm>
            <a:off x="1181400" y="7500124"/>
            <a:ext cx="13893264" cy="4250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2400" b="0" i="0" dirty="0">
                <a:solidFill>
                  <a:srgbClr val="FFFFFF"/>
                </a:solidFill>
                <a:latin typeface="Calibri"/>
                <a:cs typeface="Calibri"/>
              </a:rPr>
              <a:t>Análisis Geoespacial · Prof. Edier Vicente Aristizábal Giraldo · Semestre 2026-02</a:t>
            </a:r>
          </a:p>
        </p:txBody>
      </p:sp>
      <p:sp>
        <p:nvSpPr>
          <p:cNvPr id="7" name="Pie"/>
          <p:cNvSpPr txBox="1"/>
          <p:nvPr/>
        </p:nvSpPr>
        <p:spPr>
          <a:xfrm>
            <a:off x="614328" y="8397456"/>
            <a:ext cx="10632600" cy="330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O" sz="1700" b="0" i="0" dirty="0">
                <a:solidFill>
                  <a:srgbClr val="FFFFFF"/>
                </a:solidFill>
                <a:latin typeface="Calibri"/>
                <a:cs typeface="Calibri"/>
              </a:rPr>
              <a:t>Departamento de Geociencias y Medio Ambiente · Facultad de Minas · Sede Medellín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734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>
            <a:extLst>
              <a:ext uri="{FF2B5EF4-FFF2-40B4-BE49-F238E27FC236}">
                <a16:creationId xmlns:a16="http://schemas.microsoft.com/office/drawing/2014/main" id="{23ACA2DE-A623-4474-8291-48BDD1F181E1}"/>
              </a:ext>
            </a:extLst>
          </p:cNvPr>
          <p:cNvSpPr txBox="1"/>
          <p:nvPr/>
        </p:nvSpPr>
        <p:spPr>
          <a:xfrm>
            <a:off x="1524000" y="1524000"/>
            <a:ext cx="13208000" cy="6350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5600" dirty="0">
                <a:solidFill>
                  <a:srgbClr val="FFFFFF"/>
                </a:solidFill>
                <a:latin typeface="Georgia"/>
              </a:rPr>
              <a:t>¿La precipitación y la pendiente del terreno aumentan la ocurrencia y la gravedad de los siniestros viales en Medellín, y en qué zonas de la ciudad es mayor ese efecto?</a:t>
            </a:r>
            <a:endParaRPr lang="es-CO" sz="560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4DC78BE1-FFDE-41EA-8A03-1E47D5E980FF}"/>
              </a:ext>
            </a:extLst>
          </p:cNvPr>
          <p:cNvSpPr/>
          <p:nvPr/>
        </p:nvSpPr>
        <p:spPr>
          <a:xfrm>
            <a:off x="609600" y="508000"/>
            <a:ext cx="15036800" cy="19050"/>
          </a:xfrm>
          <a:prstGeom prst="rect">
            <a:avLst/>
          </a:prstGeom>
          <a:solidFill>
            <a:srgbClr val="C9B4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Cover Thiessen">
            <a:extLst>
              <a:ext uri="{FF2B5EF4-FFF2-40B4-BE49-F238E27FC236}">
                <a16:creationId xmlns:a16="http://schemas.microsoft.com/office/drawing/2014/main" id="{7E8CF48A-A649-4D1F-AA33-191D39F63F3C}"/>
              </a:ext>
            </a:extLst>
          </p:cNvPr>
          <p:cNvSpPr/>
          <p:nvPr/>
        </p:nvSpPr>
        <p:spPr>
          <a:xfrm>
            <a:off x="8559800" y="6921500"/>
            <a:ext cx="7213600" cy="1219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3DD9E21-2E71-4A83-A768-3FF8EC0B521D}"/>
              </a:ext>
            </a:extLst>
          </p:cNvPr>
          <p:cNvSpPr txBox="1"/>
          <p:nvPr/>
        </p:nvSpPr>
        <p:spPr>
          <a:xfrm>
            <a:off x="1270000" y="457200"/>
            <a:ext cx="13716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s-ES" sz="3800" b="1">
                <a:solidFill>
                  <a:srgbClr val="1E5B32"/>
                </a:solidFill>
                <a:latin typeface="Arial"/>
                <a:cs typeface="Arial"/>
              </a:rPr>
              <a:t>Estructura de Datos (Parte 2)</a:t>
            </a:r>
            <a:endParaRPr lang="es-CO" sz="3800" b="1">
              <a:solidFill>
                <a:srgbClr val="1E5B32"/>
              </a:solidFill>
              <a:latin typeface="Arial"/>
              <a:cs typeface="Arial"/>
            </a:endParaRPr>
          </a:p>
        </p:txBody>
      </p:sp>
      <p:sp>
        <p:nvSpPr>
          <p:cNvPr id="3" name="Label">
            <a:extLst>
              <a:ext uri="{FF2B5EF4-FFF2-40B4-BE49-F238E27FC236}">
                <a16:creationId xmlns:a16="http://schemas.microsoft.com/office/drawing/2014/main" id="{DD70F88D-7A01-4DC0-8D94-BE637E9D7849}"/>
              </a:ext>
            </a:extLst>
          </p:cNvPr>
          <p:cNvSpPr/>
          <p:nvPr/>
        </p:nvSpPr>
        <p:spPr>
          <a:xfrm>
            <a:off x="1016000" y="1651000"/>
            <a:ext cx="4572000" cy="660400"/>
          </a:xfrm>
          <a:prstGeom prst="rect">
            <a:avLst/>
          </a:prstGeom>
          <a:solidFill>
            <a:srgbClr val="1E5B3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600" b="1">
                <a:solidFill>
                  <a:srgbClr val="FFFFFF"/>
                </a:solidFill>
                <a:latin typeface="Arial"/>
                <a:cs typeface="Arial"/>
              </a:rPr>
              <a:t>3D: Superficies</a:t>
            </a:r>
          </a:p>
        </p:txBody>
      </p:sp>
      <p:sp>
        <p:nvSpPr>
          <p:cNvPr id="4" name="Card1">
            <a:extLst>
              <a:ext uri="{FF2B5EF4-FFF2-40B4-BE49-F238E27FC236}">
                <a16:creationId xmlns:a16="http://schemas.microsoft.com/office/drawing/2014/main" id="{B960E67F-753D-4376-8E77-90ACF547F5EE}"/>
              </a:ext>
            </a:extLst>
          </p:cNvPr>
          <p:cNvSpPr/>
          <p:nvPr/>
        </p:nvSpPr>
        <p:spPr>
          <a:xfrm>
            <a:off x="1016000" y="2667000"/>
            <a:ext cx="6604000" cy="1905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1E5B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254000" tIns="152400" rIns="254000" bIns="152400" rtlCol="0" anchor="ctr" anchorCtr="0">
            <a:noAutofit/>
          </a:bodyPr>
          <a:lstStyle/>
          <a:p>
            <a:pPr algn="l"/>
            <a:r>
              <a:rPr lang="es-ES" sz="2000" b="1">
                <a:solidFill>
                  <a:srgbClr val="262626"/>
                </a:solidFill>
                <a:latin typeface="Arial"/>
                <a:cs typeface="Arial"/>
              </a:rPr>
              <a:t>Raster de pendientes: </a:t>
            </a:r>
            <a:r>
              <a:rPr lang="es-ES" sz="2000">
                <a:solidFill>
                  <a:srgbClr val="262626"/>
                </a:solidFill>
                <a:latin typeface="Arial"/>
                <a:cs typeface="Arial"/>
              </a:rPr>
              <a:t>inclinación del terreno (%) en cada celda de la ciudad, almacenada como superficie continua.</a:t>
            </a:r>
            <a:endParaRPr lang="es-CO" sz="2000">
              <a:solidFill>
                <a:srgbClr val="262626"/>
              </a:solidFill>
              <a:latin typeface="Arial"/>
              <a:cs typeface="Arial"/>
            </a:endParaRPr>
          </a:p>
        </p:txBody>
      </p:sp>
      <p:sp>
        <p:nvSpPr>
          <p:cNvPr id="5" name="Card2">
            <a:extLst>
              <a:ext uri="{FF2B5EF4-FFF2-40B4-BE49-F238E27FC236}">
                <a16:creationId xmlns:a16="http://schemas.microsoft.com/office/drawing/2014/main" id="{08ADB7E0-FA67-4BE5-9694-4C04DEC0A3E4}"/>
              </a:ext>
            </a:extLst>
          </p:cNvPr>
          <p:cNvSpPr/>
          <p:nvPr/>
        </p:nvSpPr>
        <p:spPr>
          <a:xfrm>
            <a:off x="1016000" y="4889500"/>
            <a:ext cx="6604000" cy="1905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1E5B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254000" tIns="152400" rIns="254000" bIns="152400" rtlCol="0" anchor="ctr" anchorCtr="0">
            <a:noAutofit/>
          </a:bodyPr>
          <a:lstStyle/>
          <a:p>
            <a:pPr algn="l"/>
            <a:r>
              <a:rPr lang="es-ES" sz="2000" b="1">
                <a:solidFill>
                  <a:srgbClr val="262626"/>
                </a:solidFill>
                <a:latin typeface="Arial"/>
                <a:cs typeface="Arial"/>
              </a:rPr>
              <a:t>Uso en el análisis: </a:t>
            </a:r>
            <a:r>
              <a:rPr lang="es-ES" sz="2000">
                <a:solidFill>
                  <a:srgbClr val="262626"/>
                </a:solidFill>
                <a:latin typeface="Arial"/>
                <a:cs typeface="Arial"/>
              </a:rPr>
              <a:t>cada siniestro toma el valor de pendiente de la celda donde ocurrió, junto con la lluvia del día.</a:t>
            </a:r>
            <a:endParaRPr lang="es-CO" sz="2000">
              <a:solidFill>
                <a:srgbClr val="262626"/>
              </a:solidFill>
              <a:latin typeface="Arial"/>
              <a:cs typeface="Arial"/>
            </a:endParaRPr>
          </a:p>
        </p:txBody>
      </p:sp>
      <p:sp>
        <p:nvSpPr>
          <p:cNvPr id="6" name="Cell">
            <a:extLst>
              <a:ext uri="{FF2B5EF4-FFF2-40B4-BE49-F238E27FC236}">
                <a16:creationId xmlns:a16="http://schemas.microsoft.com/office/drawing/2014/main" id="{A5B4C809-2D4E-49F6-A908-0F3655AC34F5}"/>
              </a:ext>
            </a:extLst>
          </p:cNvPr>
          <p:cNvSpPr/>
          <p:nvPr/>
        </p:nvSpPr>
        <p:spPr>
          <a:xfrm>
            <a:off x="8636000" y="19050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" name="Cell">
            <a:extLst>
              <a:ext uri="{FF2B5EF4-FFF2-40B4-BE49-F238E27FC236}">
                <a16:creationId xmlns:a16="http://schemas.microsoft.com/office/drawing/2014/main" id="{6039F9F6-E44A-4685-B27D-3DA5B4AD691F}"/>
              </a:ext>
            </a:extLst>
          </p:cNvPr>
          <p:cNvSpPr/>
          <p:nvPr/>
        </p:nvSpPr>
        <p:spPr>
          <a:xfrm>
            <a:off x="9118600" y="19050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" name="Cell">
            <a:extLst>
              <a:ext uri="{FF2B5EF4-FFF2-40B4-BE49-F238E27FC236}">
                <a16:creationId xmlns:a16="http://schemas.microsoft.com/office/drawing/2014/main" id="{1AA9C4FD-B241-46AC-A606-C11B68BFD73C}"/>
              </a:ext>
            </a:extLst>
          </p:cNvPr>
          <p:cNvSpPr/>
          <p:nvPr/>
        </p:nvSpPr>
        <p:spPr>
          <a:xfrm>
            <a:off x="9601200" y="19050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" name="Cell">
            <a:extLst>
              <a:ext uri="{FF2B5EF4-FFF2-40B4-BE49-F238E27FC236}">
                <a16:creationId xmlns:a16="http://schemas.microsoft.com/office/drawing/2014/main" id="{08ED629B-83FA-4EAE-9B5D-DA643B088851}"/>
              </a:ext>
            </a:extLst>
          </p:cNvPr>
          <p:cNvSpPr/>
          <p:nvPr/>
        </p:nvSpPr>
        <p:spPr>
          <a:xfrm>
            <a:off x="10083800" y="19050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" name="Cell">
            <a:extLst>
              <a:ext uri="{FF2B5EF4-FFF2-40B4-BE49-F238E27FC236}">
                <a16:creationId xmlns:a16="http://schemas.microsoft.com/office/drawing/2014/main" id="{398FAB7F-9431-4667-BE5F-E1B3E2910E99}"/>
              </a:ext>
            </a:extLst>
          </p:cNvPr>
          <p:cNvSpPr/>
          <p:nvPr/>
        </p:nvSpPr>
        <p:spPr>
          <a:xfrm>
            <a:off x="10566400" y="19050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" name="Cell">
            <a:extLst>
              <a:ext uri="{FF2B5EF4-FFF2-40B4-BE49-F238E27FC236}">
                <a16:creationId xmlns:a16="http://schemas.microsoft.com/office/drawing/2014/main" id="{517D1234-8082-4905-8037-0B16D8A01928}"/>
              </a:ext>
            </a:extLst>
          </p:cNvPr>
          <p:cNvSpPr/>
          <p:nvPr/>
        </p:nvSpPr>
        <p:spPr>
          <a:xfrm>
            <a:off x="11049000" y="19050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" name="Cell">
            <a:extLst>
              <a:ext uri="{FF2B5EF4-FFF2-40B4-BE49-F238E27FC236}">
                <a16:creationId xmlns:a16="http://schemas.microsoft.com/office/drawing/2014/main" id="{8C3412DA-5E28-49F3-AF30-BF2F8D404249}"/>
              </a:ext>
            </a:extLst>
          </p:cNvPr>
          <p:cNvSpPr/>
          <p:nvPr/>
        </p:nvSpPr>
        <p:spPr>
          <a:xfrm>
            <a:off x="11531600" y="19050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3" name="Cell">
            <a:extLst>
              <a:ext uri="{FF2B5EF4-FFF2-40B4-BE49-F238E27FC236}">
                <a16:creationId xmlns:a16="http://schemas.microsoft.com/office/drawing/2014/main" id="{26F4EFC4-9EF6-4FC7-BC22-4F1D819E3859}"/>
              </a:ext>
            </a:extLst>
          </p:cNvPr>
          <p:cNvSpPr/>
          <p:nvPr/>
        </p:nvSpPr>
        <p:spPr>
          <a:xfrm>
            <a:off x="12014200" y="19050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" name="Cell">
            <a:extLst>
              <a:ext uri="{FF2B5EF4-FFF2-40B4-BE49-F238E27FC236}">
                <a16:creationId xmlns:a16="http://schemas.microsoft.com/office/drawing/2014/main" id="{A61C95ED-AB70-41A0-9AB0-B46FECD9C311}"/>
              </a:ext>
            </a:extLst>
          </p:cNvPr>
          <p:cNvSpPr/>
          <p:nvPr/>
        </p:nvSpPr>
        <p:spPr>
          <a:xfrm>
            <a:off x="12496800" y="19050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" name="Cell">
            <a:extLst>
              <a:ext uri="{FF2B5EF4-FFF2-40B4-BE49-F238E27FC236}">
                <a16:creationId xmlns:a16="http://schemas.microsoft.com/office/drawing/2014/main" id="{04673AB5-BBB7-4EDB-91B7-76D6C2A72156}"/>
              </a:ext>
            </a:extLst>
          </p:cNvPr>
          <p:cNvSpPr/>
          <p:nvPr/>
        </p:nvSpPr>
        <p:spPr>
          <a:xfrm>
            <a:off x="12979400" y="19050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6" name="Cell">
            <a:extLst>
              <a:ext uri="{FF2B5EF4-FFF2-40B4-BE49-F238E27FC236}">
                <a16:creationId xmlns:a16="http://schemas.microsoft.com/office/drawing/2014/main" id="{C29AAB99-455B-4C78-84F7-287576AF3DA7}"/>
              </a:ext>
            </a:extLst>
          </p:cNvPr>
          <p:cNvSpPr/>
          <p:nvPr/>
        </p:nvSpPr>
        <p:spPr>
          <a:xfrm>
            <a:off x="13462000" y="19050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7" name="Cell">
            <a:extLst>
              <a:ext uri="{FF2B5EF4-FFF2-40B4-BE49-F238E27FC236}">
                <a16:creationId xmlns:a16="http://schemas.microsoft.com/office/drawing/2014/main" id="{AD6744D4-BD68-452A-9667-678694BBB90B}"/>
              </a:ext>
            </a:extLst>
          </p:cNvPr>
          <p:cNvSpPr/>
          <p:nvPr/>
        </p:nvSpPr>
        <p:spPr>
          <a:xfrm>
            <a:off x="13944600" y="19050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8" name="Cell">
            <a:extLst>
              <a:ext uri="{FF2B5EF4-FFF2-40B4-BE49-F238E27FC236}">
                <a16:creationId xmlns:a16="http://schemas.microsoft.com/office/drawing/2014/main" id="{7DCAC6B2-5BE1-4669-A2AC-4907C3F8A070}"/>
              </a:ext>
            </a:extLst>
          </p:cNvPr>
          <p:cNvSpPr/>
          <p:nvPr/>
        </p:nvSpPr>
        <p:spPr>
          <a:xfrm>
            <a:off x="8636000" y="23876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9" name="Cell">
            <a:extLst>
              <a:ext uri="{FF2B5EF4-FFF2-40B4-BE49-F238E27FC236}">
                <a16:creationId xmlns:a16="http://schemas.microsoft.com/office/drawing/2014/main" id="{1794150A-08EE-40FB-87A8-8433043EC805}"/>
              </a:ext>
            </a:extLst>
          </p:cNvPr>
          <p:cNvSpPr/>
          <p:nvPr/>
        </p:nvSpPr>
        <p:spPr>
          <a:xfrm>
            <a:off x="9118600" y="23876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0" name="Cell">
            <a:extLst>
              <a:ext uri="{FF2B5EF4-FFF2-40B4-BE49-F238E27FC236}">
                <a16:creationId xmlns:a16="http://schemas.microsoft.com/office/drawing/2014/main" id="{90909934-7B36-4A28-9E54-6C12C31F8B26}"/>
              </a:ext>
            </a:extLst>
          </p:cNvPr>
          <p:cNvSpPr/>
          <p:nvPr/>
        </p:nvSpPr>
        <p:spPr>
          <a:xfrm>
            <a:off x="9601200" y="23876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1" name="Cell">
            <a:extLst>
              <a:ext uri="{FF2B5EF4-FFF2-40B4-BE49-F238E27FC236}">
                <a16:creationId xmlns:a16="http://schemas.microsoft.com/office/drawing/2014/main" id="{3E374D07-F981-47FB-8AD5-F296085DB088}"/>
              </a:ext>
            </a:extLst>
          </p:cNvPr>
          <p:cNvSpPr/>
          <p:nvPr/>
        </p:nvSpPr>
        <p:spPr>
          <a:xfrm>
            <a:off x="10083800" y="23876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2" name="Cell">
            <a:extLst>
              <a:ext uri="{FF2B5EF4-FFF2-40B4-BE49-F238E27FC236}">
                <a16:creationId xmlns:a16="http://schemas.microsoft.com/office/drawing/2014/main" id="{DBA086BE-428B-42D6-8CE7-14D37CD0B9C5}"/>
              </a:ext>
            </a:extLst>
          </p:cNvPr>
          <p:cNvSpPr/>
          <p:nvPr/>
        </p:nvSpPr>
        <p:spPr>
          <a:xfrm>
            <a:off x="10566400" y="23876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3" name="Cell">
            <a:extLst>
              <a:ext uri="{FF2B5EF4-FFF2-40B4-BE49-F238E27FC236}">
                <a16:creationId xmlns:a16="http://schemas.microsoft.com/office/drawing/2014/main" id="{392D57B6-4827-4F54-97BD-9EE9FBCCFC18}"/>
              </a:ext>
            </a:extLst>
          </p:cNvPr>
          <p:cNvSpPr/>
          <p:nvPr/>
        </p:nvSpPr>
        <p:spPr>
          <a:xfrm>
            <a:off x="11049000" y="23876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4" name="Cell">
            <a:extLst>
              <a:ext uri="{FF2B5EF4-FFF2-40B4-BE49-F238E27FC236}">
                <a16:creationId xmlns:a16="http://schemas.microsoft.com/office/drawing/2014/main" id="{CECB3682-C675-4650-BAEE-978D4F320C69}"/>
              </a:ext>
            </a:extLst>
          </p:cNvPr>
          <p:cNvSpPr/>
          <p:nvPr/>
        </p:nvSpPr>
        <p:spPr>
          <a:xfrm>
            <a:off x="11531600" y="23876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5" name="Cell">
            <a:extLst>
              <a:ext uri="{FF2B5EF4-FFF2-40B4-BE49-F238E27FC236}">
                <a16:creationId xmlns:a16="http://schemas.microsoft.com/office/drawing/2014/main" id="{B96046E9-4BD0-456D-AD79-A5324EDA481A}"/>
              </a:ext>
            </a:extLst>
          </p:cNvPr>
          <p:cNvSpPr/>
          <p:nvPr/>
        </p:nvSpPr>
        <p:spPr>
          <a:xfrm>
            <a:off x="12014200" y="23876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6" name="Cell">
            <a:extLst>
              <a:ext uri="{FF2B5EF4-FFF2-40B4-BE49-F238E27FC236}">
                <a16:creationId xmlns:a16="http://schemas.microsoft.com/office/drawing/2014/main" id="{266CD89B-37BF-40C9-9F2F-86D3AAB7D6E3}"/>
              </a:ext>
            </a:extLst>
          </p:cNvPr>
          <p:cNvSpPr/>
          <p:nvPr/>
        </p:nvSpPr>
        <p:spPr>
          <a:xfrm>
            <a:off x="12496800" y="23876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7" name="Cell">
            <a:extLst>
              <a:ext uri="{FF2B5EF4-FFF2-40B4-BE49-F238E27FC236}">
                <a16:creationId xmlns:a16="http://schemas.microsoft.com/office/drawing/2014/main" id="{A96E2D83-801E-4785-8A52-873CDD9A1242}"/>
              </a:ext>
            </a:extLst>
          </p:cNvPr>
          <p:cNvSpPr/>
          <p:nvPr/>
        </p:nvSpPr>
        <p:spPr>
          <a:xfrm>
            <a:off x="12979400" y="23876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8" name="Cell">
            <a:extLst>
              <a:ext uri="{FF2B5EF4-FFF2-40B4-BE49-F238E27FC236}">
                <a16:creationId xmlns:a16="http://schemas.microsoft.com/office/drawing/2014/main" id="{B39B5261-0A05-4F1F-B831-C71D11173D9C}"/>
              </a:ext>
            </a:extLst>
          </p:cNvPr>
          <p:cNvSpPr/>
          <p:nvPr/>
        </p:nvSpPr>
        <p:spPr>
          <a:xfrm>
            <a:off x="13462000" y="23876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9" name="Cell">
            <a:extLst>
              <a:ext uri="{FF2B5EF4-FFF2-40B4-BE49-F238E27FC236}">
                <a16:creationId xmlns:a16="http://schemas.microsoft.com/office/drawing/2014/main" id="{F87FD578-D058-4561-BCFB-E0A1EC7B018F}"/>
              </a:ext>
            </a:extLst>
          </p:cNvPr>
          <p:cNvSpPr/>
          <p:nvPr/>
        </p:nvSpPr>
        <p:spPr>
          <a:xfrm>
            <a:off x="13944600" y="23876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0" name="Cell">
            <a:extLst>
              <a:ext uri="{FF2B5EF4-FFF2-40B4-BE49-F238E27FC236}">
                <a16:creationId xmlns:a16="http://schemas.microsoft.com/office/drawing/2014/main" id="{830362C6-57DB-4878-9ECF-DDE05A7BCFC7}"/>
              </a:ext>
            </a:extLst>
          </p:cNvPr>
          <p:cNvSpPr/>
          <p:nvPr/>
        </p:nvSpPr>
        <p:spPr>
          <a:xfrm>
            <a:off x="8636000" y="28702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1" name="Cell">
            <a:extLst>
              <a:ext uri="{FF2B5EF4-FFF2-40B4-BE49-F238E27FC236}">
                <a16:creationId xmlns:a16="http://schemas.microsoft.com/office/drawing/2014/main" id="{4AADACC5-1AE2-49D6-9229-CD9E1E20F373}"/>
              </a:ext>
            </a:extLst>
          </p:cNvPr>
          <p:cNvSpPr/>
          <p:nvPr/>
        </p:nvSpPr>
        <p:spPr>
          <a:xfrm>
            <a:off x="9118600" y="28702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2" name="Cell">
            <a:extLst>
              <a:ext uri="{FF2B5EF4-FFF2-40B4-BE49-F238E27FC236}">
                <a16:creationId xmlns:a16="http://schemas.microsoft.com/office/drawing/2014/main" id="{FAC7B69B-5F5F-4526-B955-71E9A0F2C5B4}"/>
              </a:ext>
            </a:extLst>
          </p:cNvPr>
          <p:cNvSpPr/>
          <p:nvPr/>
        </p:nvSpPr>
        <p:spPr>
          <a:xfrm>
            <a:off x="9601200" y="28702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3" name="Cell">
            <a:extLst>
              <a:ext uri="{FF2B5EF4-FFF2-40B4-BE49-F238E27FC236}">
                <a16:creationId xmlns:a16="http://schemas.microsoft.com/office/drawing/2014/main" id="{B3E83BFB-07B6-4D17-9120-748C24F0A313}"/>
              </a:ext>
            </a:extLst>
          </p:cNvPr>
          <p:cNvSpPr/>
          <p:nvPr/>
        </p:nvSpPr>
        <p:spPr>
          <a:xfrm>
            <a:off x="10083800" y="28702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4" name="Cell">
            <a:extLst>
              <a:ext uri="{FF2B5EF4-FFF2-40B4-BE49-F238E27FC236}">
                <a16:creationId xmlns:a16="http://schemas.microsoft.com/office/drawing/2014/main" id="{4E9948AF-2FB5-4EE7-8AD0-ABA2D23E0A7E}"/>
              </a:ext>
            </a:extLst>
          </p:cNvPr>
          <p:cNvSpPr/>
          <p:nvPr/>
        </p:nvSpPr>
        <p:spPr>
          <a:xfrm>
            <a:off x="10566400" y="28702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5" name="Cell">
            <a:extLst>
              <a:ext uri="{FF2B5EF4-FFF2-40B4-BE49-F238E27FC236}">
                <a16:creationId xmlns:a16="http://schemas.microsoft.com/office/drawing/2014/main" id="{CBCFE97E-38CF-4FE7-B7A6-ED9D7D886F33}"/>
              </a:ext>
            </a:extLst>
          </p:cNvPr>
          <p:cNvSpPr/>
          <p:nvPr/>
        </p:nvSpPr>
        <p:spPr>
          <a:xfrm>
            <a:off x="11049000" y="28702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6" name="Cell">
            <a:extLst>
              <a:ext uri="{FF2B5EF4-FFF2-40B4-BE49-F238E27FC236}">
                <a16:creationId xmlns:a16="http://schemas.microsoft.com/office/drawing/2014/main" id="{C0428E04-ED29-410B-A436-BDFCB56A9C3C}"/>
              </a:ext>
            </a:extLst>
          </p:cNvPr>
          <p:cNvSpPr/>
          <p:nvPr/>
        </p:nvSpPr>
        <p:spPr>
          <a:xfrm>
            <a:off x="11531600" y="28702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7" name="Cell">
            <a:extLst>
              <a:ext uri="{FF2B5EF4-FFF2-40B4-BE49-F238E27FC236}">
                <a16:creationId xmlns:a16="http://schemas.microsoft.com/office/drawing/2014/main" id="{D2B54150-753D-42A1-81AB-2FD4F53D5C5F}"/>
              </a:ext>
            </a:extLst>
          </p:cNvPr>
          <p:cNvSpPr/>
          <p:nvPr/>
        </p:nvSpPr>
        <p:spPr>
          <a:xfrm>
            <a:off x="12014200" y="28702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8" name="Cell">
            <a:extLst>
              <a:ext uri="{FF2B5EF4-FFF2-40B4-BE49-F238E27FC236}">
                <a16:creationId xmlns:a16="http://schemas.microsoft.com/office/drawing/2014/main" id="{7D6555C6-8B1D-4024-8A19-FE7B03667646}"/>
              </a:ext>
            </a:extLst>
          </p:cNvPr>
          <p:cNvSpPr/>
          <p:nvPr/>
        </p:nvSpPr>
        <p:spPr>
          <a:xfrm>
            <a:off x="12496800" y="28702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9" name="Cell">
            <a:extLst>
              <a:ext uri="{FF2B5EF4-FFF2-40B4-BE49-F238E27FC236}">
                <a16:creationId xmlns:a16="http://schemas.microsoft.com/office/drawing/2014/main" id="{58CE2132-FDEE-41A4-B7CF-2EF192048F56}"/>
              </a:ext>
            </a:extLst>
          </p:cNvPr>
          <p:cNvSpPr/>
          <p:nvPr/>
        </p:nvSpPr>
        <p:spPr>
          <a:xfrm>
            <a:off x="12979400" y="28702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0" name="Cell">
            <a:extLst>
              <a:ext uri="{FF2B5EF4-FFF2-40B4-BE49-F238E27FC236}">
                <a16:creationId xmlns:a16="http://schemas.microsoft.com/office/drawing/2014/main" id="{B9438B48-3AEF-4912-B2D6-A4FC8891B661}"/>
              </a:ext>
            </a:extLst>
          </p:cNvPr>
          <p:cNvSpPr/>
          <p:nvPr/>
        </p:nvSpPr>
        <p:spPr>
          <a:xfrm>
            <a:off x="13462000" y="28702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1" name="Cell">
            <a:extLst>
              <a:ext uri="{FF2B5EF4-FFF2-40B4-BE49-F238E27FC236}">
                <a16:creationId xmlns:a16="http://schemas.microsoft.com/office/drawing/2014/main" id="{6113CFF3-4F43-441D-BF85-A37F8771FDB6}"/>
              </a:ext>
            </a:extLst>
          </p:cNvPr>
          <p:cNvSpPr/>
          <p:nvPr/>
        </p:nvSpPr>
        <p:spPr>
          <a:xfrm>
            <a:off x="13944600" y="28702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2" name="Cell">
            <a:extLst>
              <a:ext uri="{FF2B5EF4-FFF2-40B4-BE49-F238E27FC236}">
                <a16:creationId xmlns:a16="http://schemas.microsoft.com/office/drawing/2014/main" id="{F3DAEEB3-ABC6-446E-8A2B-32F92DD79177}"/>
              </a:ext>
            </a:extLst>
          </p:cNvPr>
          <p:cNvSpPr/>
          <p:nvPr/>
        </p:nvSpPr>
        <p:spPr>
          <a:xfrm>
            <a:off x="8636000" y="3352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3" name="Cell">
            <a:extLst>
              <a:ext uri="{FF2B5EF4-FFF2-40B4-BE49-F238E27FC236}">
                <a16:creationId xmlns:a16="http://schemas.microsoft.com/office/drawing/2014/main" id="{D21BFFC6-26B1-4CB0-966C-172783FCE759}"/>
              </a:ext>
            </a:extLst>
          </p:cNvPr>
          <p:cNvSpPr/>
          <p:nvPr/>
        </p:nvSpPr>
        <p:spPr>
          <a:xfrm>
            <a:off x="9118600" y="3352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4" name="Cell">
            <a:extLst>
              <a:ext uri="{FF2B5EF4-FFF2-40B4-BE49-F238E27FC236}">
                <a16:creationId xmlns:a16="http://schemas.microsoft.com/office/drawing/2014/main" id="{1569CFFC-7F64-45B0-8DC6-1625CB657981}"/>
              </a:ext>
            </a:extLst>
          </p:cNvPr>
          <p:cNvSpPr/>
          <p:nvPr/>
        </p:nvSpPr>
        <p:spPr>
          <a:xfrm>
            <a:off x="9601200" y="33528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5" name="Cell">
            <a:extLst>
              <a:ext uri="{FF2B5EF4-FFF2-40B4-BE49-F238E27FC236}">
                <a16:creationId xmlns:a16="http://schemas.microsoft.com/office/drawing/2014/main" id="{06D706C4-2308-4C60-997D-66BE0C01195B}"/>
              </a:ext>
            </a:extLst>
          </p:cNvPr>
          <p:cNvSpPr/>
          <p:nvPr/>
        </p:nvSpPr>
        <p:spPr>
          <a:xfrm>
            <a:off x="10083800" y="33528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6" name="Cell">
            <a:extLst>
              <a:ext uri="{FF2B5EF4-FFF2-40B4-BE49-F238E27FC236}">
                <a16:creationId xmlns:a16="http://schemas.microsoft.com/office/drawing/2014/main" id="{B31AC8FD-00E4-409F-AF17-9BC30D5BFF33}"/>
              </a:ext>
            </a:extLst>
          </p:cNvPr>
          <p:cNvSpPr/>
          <p:nvPr/>
        </p:nvSpPr>
        <p:spPr>
          <a:xfrm>
            <a:off x="10566400" y="33528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7" name="Cell">
            <a:extLst>
              <a:ext uri="{FF2B5EF4-FFF2-40B4-BE49-F238E27FC236}">
                <a16:creationId xmlns:a16="http://schemas.microsoft.com/office/drawing/2014/main" id="{C95C7C61-A1CE-4F82-834C-C119D589FF73}"/>
              </a:ext>
            </a:extLst>
          </p:cNvPr>
          <p:cNvSpPr/>
          <p:nvPr/>
        </p:nvSpPr>
        <p:spPr>
          <a:xfrm>
            <a:off x="11049000" y="33528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8" name="Cell">
            <a:extLst>
              <a:ext uri="{FF2B5EF4-FFF2-40B4-BE49-F238E27FC236}">
                <a16:creationId xmlns:a16="http://schemas.microsoft.com/office/drawing/2014/main" id="{559FF804-4573-4AC2-8BC7-764AC1E23E47}"/>
              </a:ext>
            </a:extLst>
          </p:cNvPr>
          <p:cNvSpPr/>
          <p:nvPr/>
        </p:nvSpPr>
        <p:spPr>
          <a:xfrm>
            <a:off x="11531600" y="33528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9" name="Cell">
            <a:extLst>
              <a:ext uri="{FF2B5EF4-FFF2-40B4-BE49-F238E27FC236}">
                <a16:creationId xmlns:a16="http://schemas.microsoft.com/office/drawing/2014/main" id="{0D85A8CA-DB12-4FD5-A418-CF36C83704B1}"/>
              </a:ext>
            </a:extLst>
          </p:cNvPr>
          <p:cNvSpPr/>
          <p:nvPr/>
        </p:nvSpPr>
        <p:spPr>
          <a:xfrm>
            <a:off x="12014200" y="33528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0" name="Cell">
            <a:extLst>
              <a:ext uri="{FF2B5EF4-FFF2-40B4-BE49-F238E27FC236}">
                <a16:creationId xmlns:a16="http://schemas.microsoft.com/office/drawing/2014/main" id="{0590E46A-AF1F-4840-853E-FC969E496C34}"/>
              </a:ext>
            </a:extLst>
          </p:cNvPr>
          <p:cNvSpPr/>
          <p:nvPr/>
        </p:nvSpPr>
        <p:spPr>
          <a:xfrm>
            <a:off x="12496800" y="33528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1" name="Cell">
            <a:extLst>
              <a:ext uri="{FF2B5EF4-FFF2-40B4-BE49-F238E27FC236}">
                <a16:creationId xmlns:a16="http://schemas.microsoft.com/office/drawing/2014/main" id="{8DE8B9B6-27F6-4D8A-8173-CF562C72B107}"/>
              </a:ext>
            </a:extLst>
          </p:cNvPr>
          <p:cNvSpPr/>
          <p:nvPr/>
        </p:nvSpPr>
        <p:spPr>
          <a:xfrm>
            <a:off x="12979400" y="33528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2" name="Cell">
            <a:extLst>
              <a:ext uri="{FF2B5EF4-FFF2-40B4-BE49-F238E27FC236}">
                <a16:creationId xmlns:a16="http://schemas.microsoft.com/office/drawing/2014/main" id="{5D35A82E-CC2F-409E-BCD9-823077A17653}"/>
              </a:ext>
            </a:extLst>
          </p:cNvPr>
          <p:cNvSpPr/>
          <p:nvPr/>
        </p:nvSpPr>
        <p:spPr>
          <a:xfrm>
            <a:off x="13462000" y="3352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3" name="Cell">
            <a:extLst>
              <a:ext uri="{FF2B5EF4-FFF2-40B4-BE49-F238E27FC236}">
                <a16:creationId xmlns:a16="http://schemas.microsoft.com/office/drawing/2014/main" id="{1EAA60F5-EC78-4E9E-B985-DAF23F428649}"/>
              </a:ext>
            </a:extLst>
          </p:cNvPr>
          <p:cNvSpPr/>
          <p:nvPr/>
        </p:nvSpPr>
        <p:spPr>
          <a:xfrm>
            <a:off x="13944600" y="3352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4" name="Cell">
            <a:extLst>
              <a:ext uri="{FF2B5EF4-FFF2-40B4-BE49-F238E27FC236}">
                <a16:creationId xmlns:a16="http://schemas.microsoft.com/office/drawing/2014/main" id="{E8969D98-FFD2-431D-B89C-5FA9497604C8}"/>
              </a:ext>
            </a:extLst>
          </p:cNvPr>
          <p:cNvSpPr/>
          <p:nvPr/>
        </p:nvSpPr>
        <p:spPr>
          <a:xfrm>
            <a:off x="8636000" y="38354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5" name="Cell">
            <a:extLst>
              <a:ext uri="{FF2B5EF4-FFF2-40B4-BE49-F238E27FC236}">
                <a16:creationId xmlns:a16="http://schemas.microsoft.com/office/drawing/2014/main" id="{03AD4AC5-9C12-4116-9360-CD45D8C65CB1}"/>
              </a:ext>
            </a:extLst>
          </p:cNvPr>
          <p:cNvSpPr/>
          <p:nvPr/>
        </p:nvSpPr>
        <p:spPr>
          <a:xfrm>
            <a:off x="9118600" y="38354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6" name="Cell">
            <a:extLst>
              <a:ext uri="{FF2B5EF4-FFF2-40B4-BE49-F238E27FC236}">
                <a16:creationId xmlns:a16="http://schemas.microsoft.com/office/drawing/2014/main" id="{609257F3-DC4F-461A-884F-35C7D415F743}"/>
              </a:ext>
            </a:extLst>
          </p:cNvPr>
          <p:cNvSpPr/>
          <p:nvPr/>
        </p:nvSpPr>
        <p:spPr>
          <a:xfrm>
            <a:off x="9601200" y="38354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7" name="Cell">
            <a:extLst>
              <a:ext uri="{FF2B5EF4-FFF2-40B4-BE49-F238E27FC236}">
                <a16:creationId xmlns:a16="http://schemas.microsoft.com/office/drawing/2014/main" id="{46A6503B-0C7C-4631-9911-006DB8630E66}"/>
              </a:ext>
            </a:extLst>
          </p:cNvPr>
          <p:cNvSpPr/>
          <p:nvPr/>
        </p:nvSpPr>
        <p:spPr>
          <a:xfrm>
            <a:off x="10083800" y="38354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8" name="Cell">
            <a:extLst>
              <a:ext uri="{FF2B5EF4-FFF2-40B4-BE49-F238E27FC236}">
                <a16:creationId xmlns:a16="http://schemas.microsoft.com/office/drawing/2014/main" id="{66A495AE-26CE-4D64-804C-92AD085FFFE1}"/>
              </a:ext>
            </a:extLst>
          </p:cNvPr>
          <p:cNvSpPr/>
          <p:nvPr/>
        </p:nvSpPr>
        <p:spPr>
          <a:xfrm>
            <a:off x="10566400" y="38354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9" name="Cell">
            <a:extLst>
              <a:ext uri="{FF2B5EF4-FFF2-40B4-BE49-F238E27FC236}">
                <a16:creationId xmlns:a16="http://schemas.microsoft.com/office/drawing/2014/main" id="{0E503FC3-3C1E-43BE-8F4A-71BF442A1339}"/>
              </a:ext>
            </a:extLst>
          </p:cNvPr>
          <p:cNvSpPr/>
          <p:nvPr/>
        </p:nvSpPr>
        <p:spPr>
          <a:xfrm>
            <a:off x="11049000" y="38354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0" name="Cell">
            <a:extLst>
              <a:ext uri="{FF2B5EF4-FFF2-40B4-BE49-F238E27FC236}">
                <a16:creationId xmlns:a16="http://schemas.microsoft.com/office/drawing/2014/main" id="{6DECA3D9-DBF0-4437-8012-CBDCE4356349}"/>
              </a:ext>
            </a:extLst>
          </p:cNvPr>
          <p:cNvSpPr/>
          <p:nvPr/>
        </p:nvSpPr>
        <p:spPr>
          <a:xfrm>
            <a:off x="11531600" y="38354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1" name="Cell">
            <a:extLst>
              <a:ext uri="{FF2B5EF4-FFF2-40B4-BE49-F238E27FC236}">
                <a16:creationId xmlns:a16="http://schemas.microsoft.com/office/drawing/2014/main" id="{1C1FE1E9-2DBD-4C5F-8BE1-C2EA7154C689}"/>
              </a:ext>
            </a:extLst>
          </p:cNvPr>
          <p:cNvSpPr/>
          <p:nvPr/>
        </p:nvSpPr>
        <p:spPr>
          <a:xfrm>
            <a:off x="12014200" y="38354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2" name="Cell">
            <a:extLst>
              <a:ext uri="{FF2B5EF4-FFF2-40B4-BE49-F238E27FC236}">
                <a16:creationId xmlns:a16="http://schemas.microsoft.com/office/drawing/2014/main" id="{80FA5EA1-6CFE-43CE-89BA-68BBF95EA0F2}"/>
              </a:ext>
            </a:extLst>
          </p:cNvPr>
          <p:cNvSpPr/>
          <p:nvPr/>
        </p:nvSpPr>
        <p:spPr>
          <a:xfrm>
            <a:off x="12496800" y="38354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3" name="Cell">
            <a:extLst>
              <a:ext uri="{FF2B5EF4-FFF2-40B4-BE49-F238E27FC236}">
                <a16:creationId xmlns:a16="http://schemas.microsoft.com/office/drawing/2014/main" id="{D44A25CE-22E3-49DA-92EF-BDAE26A964AD}"/>
              </a:ext>
            </a:extLst>
          </p:cNvPr>
          <p:cNvSpPr/>
          <p:nvPr/>
        </p:nvSpPr>
        <p:spPr>
          <a:xfrm>
            <a:off x="12979400" y="38354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4" name="Cell">
            <a:extLst>
              <a:ext uri="{FF2B5EF4-FFF2-40B4-BE49-F238E27FC236}">
                <a16:creationId xmlns:a16="http://schemas.microsoft.com/office/drawing/2014/main" id="{821DCA23-572B-48B7-8F3E-B4955466AD51}"/>
              </a:ext>
            </a:extLst>
          </p:cNvPr>
          <p:cNvSpPr/>
          <p:nvPr/>
        </p:nvSpPr>
        <p:spPr>
          <a:xfrm>
            <a:off x="13462000" y="38354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5" name="Cell">
            <a:extLst>
              <a:ext uri="{FF2B5EF4-FFF2-40B4-BE49-F238E27FC236}">
                <a16:creationId xmlns:a16="http://schemas.microsoft.com/office/drawing/2014/main" id="{3638784B-FEFC-42C8-A351-AA28654A6976}"/>
              </a:ext>
            </a:extLst>
          </p:cNvPr>
          <p:cNvSpPr/>
          <p:nvPr/>
        </p:nvSpPr>
        <p:spPr>
          <a:xfrm>
            <a:off x="13944600" y="38354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6" name="Cell">
            <a:extLst>
              <a:ext uri="{FF2B5EF4-FFF2-40B4-BE49-F238E27FC236}">
                <a16:creationId xmlns:a16="http://schemas.microsoft.com/office/drawing/2014/main" id="{2F8B4830-B301-4C4F-904D-C7660D022DE5}"/>
              </a:ext>
            </a:extLst>
          </p:cNvPr>
          <p:cNvSpPr/>
          <p:nvPr/>
        </p:nvSpPr>
        <p:spPr>
          <a:xfrm>
            <a:off x="8636000" y="43180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7" name="Cell">
            <a:extLst>
              <a:ext uri="{FF2B5EF4-FFF2-40B4-BE49-F238E27FC236}">
                <a16:creationId xmlns:a16="http://schemas.microsoft.com/office/drawing/2014/main" id="{3BBCC11F-8C49-48BE-9D2E-160BF4044430}"/>
              </a:ext>
            </a:extLst>
          </p:cNvPr>
          <p:cNvSpPr/>
          <p:nvPr/>
        </p:nvSpPr>
        <p:spPr>
          <a:xfrm>
            <a:off x="9118600" y="43180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8" name="Cell">
            <a:extLst>
              <a:ext uri="{FF2B5EF4-FFF2-40B4-BE49-F238E27FC236}">
                <a16:creationId xmlns:a16="http://schemas.microsoft.com/office/drawing/2014/main" id="{68E296BA-0391-4AFE-B756-86D31104C731}"/>
              </a:ext>
            </a:extLst>
          </p:cNvPr>
          <p:cNvSpPr/>
          <p:nvPr/>
        </p:nvSpPr>
        <p:spPr>
          <a:xfrm>
            <a:off x="9601200" y="43180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9" name="Cell">
            <a:extLst>
              <a:ext uri="{FF2B5EF4-FFF2-40B4-BE49-F238E27FC236}">
                <a16:creationId xmlns:a16="http://schemas.microsoft.com/office/drawing/2014/main" id="{A42F09B2-FD8F-4595-9644-7B392BB4055D}"/>
              </a:ext>
            </a:extLst>
          </p:cNvPr>
          <p:cNvSpPr/>
          <p:nvPr/>
        </p:nvSpPr>
        <p:spPr>
          <a:xfrm>
            <a:off x="10083800" y="43180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0" name="Cell">
            <a:extLst>
              <a:ext uri="{FF2B5EF4-FFF2-40B4-BE49-F238E27FC236}">
                <a16:creationId xmlns:a16="http://schemas.microsoft.com/office/drawing/2014/main" id="{7E6574E8-048A-43CC-A416-F1CE05C3F34C}"/>
              </a:ext>
            </a:extLst>
          </p:cNvPr>
          <p:cNvSpPr/>
          <p:nvPr/>
        </p:nvSpPr>
        <p:spPr>
          <a:xfrm>
            <a:off x="10566400" y="43180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1" name="Cell">
            <a:extLst>
              <a:ext uri="{FF2B5EF4-FFF2-40B4-BE49-F238E27FC236}">
                <a16:creationId xmlns:a16="http://schemas.microsoft.com/office/drawing/2014/main" id="{FEE48F05-F868-4FB5-8983-DC0B20C95A86}"/>
              </a:ext>
            </a:extLst>
          </p:cNvPr>
          <p:cNvSpPr/>
          <p:nvPr/>
        </p:nvSpPr>
        <p:spPr>
          <a:xfrm>
            <a:off x="11049000" y="43180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2" name="Cell">
            <a:extLst>
              <a:ext uri="{FF2B5EF4-FFF2-40B4-BE49-F238E27FC236}">
                <a16:creationId xmlns:a16="http://schemas.microsoft.com/office/drawing/2014/main" id="{98543E2B-9C19-41B0-B702-A92CB7E3F7F2}"/>
              </a:ext>
            </a:extLst>
          </p:cNvPr>
          <p:cNvSpPr/>
          <p:nvPr/>
        </p:nvSpPr>
        <p:spPr>
          <a:xfrm>
            <a:off x="11531600" y="43180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3" name="Cell">
            <a:extLst>
              <a:ext uri="{FF2B5EF4-FFF2-40B4-BE49-F238E27FC236}">
                <a16:creationId xmlns:a16="http://schemas.microsoft.com/office/drawing/2014/main" id="{C5A95524-3CAA-43A3-AA57-952B042D322A}"/>
              </a:ext>
            </a:extLst>
          </p:cNvPr>
          <p:cNvSpPr/>
          <p:nvPr/>
        </p:nvSpPr>
        <p:spPr>
          <a:xfrm>
            <a:off x="12014200" y="43180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4" name="Cell">
            <a:extLst>
              <a:ext uri="{FF2B5EF4-FFF2-40B4-BE49-F238E27FC236}">
                <a16:creationId xmlns:a16="http://schemas.microsoft.com/office/drawing/2014/main" id="{DB3959D3-5881-4AAC-90D8-85D4790C3B59}"/>
              </a:ext>
            </a:extLst>
          </p:cNvPr>
          <p:cNvSpPr/>
          <p:nvPr/>
        </p:nvSpPr>
        <p:spPr>
          <a:xfrm>
            <a:off x="12496800" y="43180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5" name="Cell">
            <a:extLst>
              <a:ext uri="{FF2B5EF4-FFF2-40B4-BE49-F238E27FC236}">
                <a16:creationId xmlns:a16="http://schemas.microsoft.com/office/drawing/2014/main" id="{B8F5D086-7FEB-4886-9A73-DA97652CAA57}"/>
              </a:ext>
            </a:extLst>
          </p:cNvPr>
          <p:cNvSpPr/>
          <p:nvPr/>
        </p:nvSpPr>
        <p:spPr>
          <a:xfrm>
            <a:off x="12979400" y="43180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6" name="Cell">
            <a:extLst>
              <a:ext uri="{FF2B5EF4-FFF2-40B4-BE49-F238E27FC236}">
                <a16:creationId xmlns:a16="http://schemas.microsoft.com/office/drawing/2014/main" id="{91D0E992-A779-49B0-8797-AC22B606526C}"/>
              </a:ext>
            </a:extLst>
          </p:cNvPr>
          <p:cNvSpPr/>
          <p:nvPr/>
        </p:nvSpPr>
        <p:spPr>
          <a:xfrm>
            <a:off x="13462000" y="43180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7" name="Cell">
            <a:extLst>
              <a:ext uri="{FF2B5EF4-FFF2-40B4-BE49-F238E27FC236}">
                <a16:creationId xmlns:a16="http://schemas.microsoft.com/office/drawing/2014/main" id="{75438C95-F55D-47F1-ACC5-D5BDA03B70B4}"/>
              </a:ext>
            </a:extLst>
          </p:cNvPr>
          <p:cNvSpPr/>
          <p:nvPr/>
        </p:nvSpPr>
        <p:spPr>
          <a:xfrm>
            <a:off x="13944600" y="43180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8" name="Cell">
            <a:extLst>
              <a:ext uri="{FF2B5EF4-FFF2-40B4-BE49-F238E27FC236}">
                <a16:creationId xmlns:a16="http://schemas.microsoft.com/office/drawing/2014/main" id="{43C7D810-8D59-42EC-B879-E6363D31405B}"/>
              </a:ext>
            </a:extLst>
          </p:cNvPr>
          <p:cNvSpPr/>
          <p:nvPr/>
        </p:nvSpPr>
        <p:spPr>
          <a:xfrm>
            <a:off x="8636000" y="48006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9" name="Cell">
            <a:extLst>
              <a:ext uri="{FF2B5EF4-FFF2-40B4-BE49-F238E27FC236}">
                <a16:creationId xmlns:a16="http://schemas.microsoft.com/office/drawing/2014/main" id="{CB15D1B0-3620-499F-A0AA-AB6FC11A687D}"/>
              </a:ext>
            </a:extLst>
          </p:cNvPr>
          <p:cNvSpPr/>
          <p:nvPr/>
        </p:nvSpPr>
        <p:spPr>
          <a:xfrm>
            <a:off x="9118600" y="48006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0" name="Cell">
            <a:extLst>
              <a:ext uri="{FF2B5EF4-FFF2-40B4-BE49-F238E27FC236}">
                <a16:creationId xmlns:a16="http://schemas.microsoft.com/office/drawing/2014/main" id="{A5A44C15-71A1-4DB5-B35B-D0F70DFAAA70}"/>
              </a:ext>
            </a:extLst>
          </p:cNvPr>
          <p:cNvSpPr/>
          <p:nvPr/>
        </p:nvSpPr>
        <p:spPr>
          <a:xfrm>
            <a:off x="9601200" y="48006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1" name="Cell">
            <a:extLst>
              <a:ext uri="{FF2B5EF4-FFF2-40B4-BE49-F238E27FC236}">
                <a16:creationId xmlns:a16="http://schemas.microsoft.com/office/drawing/2014/main" id="{5995C5D9-E522-4B88-949A-C3476DAEF9FA}"/>
              </a:ext>
            </a:extLst>
          </p:cNvPr>
          <p:cNvSpPr/>
          <p:nvPr/>
        </p:nvSpPr>
        <p:spPr>
          <a:xfrm>
            <a:off x="10083800" y="48006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2" name="Cell">
            <a:extLst>
              <a:ext uri="{FF2B5EF4-FFF2-40B4-BE49-F238E27FC236}">
                <a16:creationId xmlns:a16="http://schemas.microsoft.com/office/drawing/2014/main" id="{F4D4A994-7A5B-4657-8966-90943C14896D}"/>
              </a:ext>
            </a:extLst>
          </p:cNvPr>
          <p:cNvSpPr/>
          <p:nvPr/>
        </p:nvSpPr>
        <p:spPr>
          <a:xfrm>
            <a:off x="10566400" y="48006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3" name="Cell">
            <a:extLst>
              <a:ext uri="{FF2B5EF4-FFF2-40B4-BE49-F238E27FC236}">
                <a16:creationId xmlns:a16="http://schemas.microsoft.com/office/drawing/2014/main" id="{A41FED8E-037F-4C41-8437-0043F7DC2AC2}"/>
              </a:ext>
            </a:extLst>
          </p:cNvPr>
          <p:cNvSpPr/>
          <p:nvPr/>
        </p:nvSpPr>
        <p:spPr>
          <a:xfrm>
            <a:off x="11049000" y="48006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4" name="Cell">
            <a:extLst>
              <a:ext uri="{FF2B5EF4-FFF2-40B4-BE49-F238E27FC236}">
                <a16:creationId xmlns:a16="http://schemas.microsoft.com/office/drawing/2014/main" id="{95A282CE-4370-4CAF-A608-8B27818E2C22}"/>
              </a:ext>
            </a:extLst>
          </p:cNvPr>
          <p:cNvSpPr/>
          <p:nvPr/>
        </p:nvSpPr>
        <p:spPr>
          <a:xfrm>
            <a:off x="11531600" y="48006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5" name="Cell">
            <a:extLst>
              <a:ext uri="{FF2B5EF4-FFF2-40B4-BE49-F238E27FC236}">
                <a16:creationId xmlns:a16="http://schemas.microsoft.com/office/drawing/2014/main" id="{776C191B-5AB4-47CD-AFB0-A44B2B09BB05}"/>
              </a:ext>
            </a:extLst>
          </p:cNvPr>
          <p:cNvSpPr/>
          <p:nvPr/>
        </p:nvSpPr>
        <p:spPr>
          <a:xfrm>
            <a:off x="12014200" y="48006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6" name="Cell">
            <a:extLst>
              <a:ext uri="{FF2B5EF4-FFF2-40B4-BE49-F238E27FC236}">
                <a16:creationId xmlns:a16="http://schemas.microsoft.com/office/drawing/2014/main" id="{B7C965B6-7127-4FBA-B736-50A6461AAA56}"/>
              </a:ext>
            </a:extLst>
          </p:cNvPr>
          <p:cNvSpPr/>
          <p:nvPr/>
        </p:nvSpPr>
        <p:spPr>
          <a:xfrm>
            <a:off x="12496800" y="48006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7" name="Cell">
            <a:extLst>
              <a:ext uri="{FF2B5EF4-FFF2-40B4-BE49-F238E27FC236}">
                <a16:creationId xmlns:a16="http://schemas.microsoft.com/office/drawing/2014/main" id="{80C1A1D6-5307-44C8-8CBB-C3513909C5E2}"/>
              </a:ext>
            </a:extLst>
          </p:cNvPr>
          <p:cNvSpPr/>
          <p:nvPr/>
        </p:nvSpPr>
        <p:spPr>
          <a:xfrm>
            <a:off x="12979400" y="48006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8" name="Cell">
            <a:extLst>
              <a:ext uri="{FF2B5EF4-FFF2-40B4-BE49-F238E27FC236}">
                <a16:creationId xmlns:a16="http://schemas.microsoft.com/office/drawing/2014/main" id="{0B5C31A2-17D3-4D73-B8A2-C211DB2DB153}"/>
              </a:ext>
            </a:extLst>
          </p:cNvPr>
          <p:cNvSpPr/>
          <p:nvPr/>
        </p:nvSpPr>
        <p:spPr>
          <a:xfrm>
            <a:off x="13462000" y="48006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9" name="Cell">
            <a:extLst>
              <a:ext uri="{FF2B5EF4-FFF2-40B4-BE49-F238E27FC236}">
                <a16:creationId xmlns:a16="http://schemas.microsoft.com/office/drawing/2014/main" id="{0FD601EE-F74E-4A69-BBA2-F86A82884766}"/>
              </a:ext>
            </a:extLst>
          </p:cNvPr>
          <p:cNvSpPr/>
          <p:nvPr/>
        </p:nvSpPr>
        <p:spPr>
          <a:xfrm>
            <a:off x="13944600" y="48006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0" name="Cell">
            <a:extLst>
              <a:ext uri="{FF2B5EF4-FFF2-40B4-BE49-F238E27FC236}">
                <a16:creationId xmlns:a16="http://schemas.microsoft.com/office/drawing/2014/main" id="{2C9D09F1-B7EB-4667-ACC7-71E44BADDB91}"/>
              </a:ext>
            </a:extLst>
          </p:cNvPr>
          <p:cNvSpPr/>
          <p:nvPr/>
        </p:nvSpPr>
        <p:spPr>
          <a:xfrm>
            <a:off x="8636000" y="52832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1" name="Cell">
            <a:extLst>
              <a:ext uri="{FF2B5EF4-FFF2-40B4-BE49-F238E27FC236}">
                <a16:creationId xmlns:a16="http://schemas.microsoft.com/office/drawing/2014/main" id="{7F1CA6F4-D3BB-401A-A92A-F39A04C7A5FD}"/>
              </a:ext>
            </a:extLst>
          </p:cNvPr>
          <p:cNvSpPr/>
          <p:nvPr/>
        </p:nvSpPr>
        <p:spPr>
          <a:xfrm>
            <a:off x="9118600" y="52832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2" name="Cell">
            <a:extLst>
              <a:ext uri="{FF2B5EF4-FFF2-40B4-BE49-F238E27FC236}">
                <a16:creationId xmlns:a16="http://schemas.microsoft.com/office/drawing/2014/main" id="{333411A4-8E49-4DD9-9286-656D7BCDCE8E}"/>
              </a:ext>
            </a:extLst>
          </p:cNvPr>
          <p:cNvSpPr/>
          <p:nvPr/>
        </p:nvSpPr>
        <p:spPr>
          <a:xfrm>
            <a:off x="9601200" y="52832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3" name="Cell">
            <a:extLst>
              <a:ext uri="{FF2B5EF4-FFF2-40B4-BE49-F238E27FC236}">
                <a16:creationId xmlns:a16="http://schemas.microsoft.com/office/drawing/2014/main" id="{48C29FC9-53C1-43AA-9256-C7A5D5C5954A}"/>
              </a:ext>
            </a:extLst>
          </p:cNvPr>
          <p:cNvSpPr/>
          <p:nvPr/>
        </p:nvSpPr>
        <p:spPr>
          <a:xfrm>
            <a:off x="10083800" y="52832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4" name="Cell">
            <a:extLst>
              <a:ext uri="{FF2B5EF4-FFF2-40B4-BE49-F238E27FC236}">
                <a16:creationId xmlns:a16="http://schemas.microsoft.com/office/drawing/2014/main" id="{492501E2-3EE6-4623-82CD-FDE7255288D2}"/>
              </a:ext>
            </a:extLst>
          </p:cNvPr>
          <p:cNvSpPr/>
          <p:nvPr/>
        </p:nvSpPr>
        <p:spPr>
          <a:xfrm>
            <a:off x="10566400" y="52832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5" name="Cell">
            <a:extLst>
              <a:ext uri="{FF2B5EF4-FFF2-40B4-BE49-F238E27FC236}">
                <a16:creationId xmlns:a16="http://schemas.microsoft.com/office/drawing/2014/main" id="{53C72F1C-9B10-421C-9305-261AD183DCAC}"/>
              </a:ext>
            </a:extLst>
          </p:cNvPr>
          <p:cNvSpPr/>
          <p:nvPr/>
        </p:nvSpPr>
        <p:spPr>
          <a:xfrm>
            <a:off x="11049000" y="52832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6" name="Cell">
            <a:extLst>
              <a:ext uri="{FF2B5EF4-FFF2-40B4-BE49-F238E27FC236}">
                <a16:creationId xmlns:a16="http://schemas.microsoft.com/office/drawing/2014/main" id="{990D9325-2F6D-4C46-A6B1-A0B26AE1163A}"/>
              </a:ext>
            </a:extLst>
          </p:cNvPr>
          <p:cNvSpPr/>
          <p:nvPr/>
        </p:nvSpPr>
        <p:spPr>
          <a:xfrm>
            <a:off x="11531600" y="52832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7" name="Cell">
            <a:extLst>
              <a:ext uri="{FF2B5EF4-FFF2-40B4-BE49-F238E27FC236}">
                <a16:creationId xmlns:a16="http://schemas.microsoft.com/office/drawing/2014/main" id="{864050BB-7FB6-4049-A056-E19FE1C8202D}"/>
              </a:ext>
            </a:extLst>
          </p:cNvPr>
          <p:cNvSpPr/>
          <p:nvPr/>
        </p:nvSpPr>
        <p:spPr>
          <a:xfrm>
            <a:off x="12014200" y="52832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8" name="Cell">
            <a:extLst>
              <a:ext uri="{FF2B5EF4-FFF2-40B4-BE49-F238E27FC236}">
                <a16:creationId xmlns:a16="http://schemas.microsoft.com/office/drawing/2014/main" id="{AC7822DB-EC01-43CB-9D66-525FEB9A86DC}"/>
              </a:ext>
            </a:extLst>
          </p:cNvPr>
          <p:cNvSpPr/>
          <p:nvPr/>
        </p:nvSpPr>
        <p:spPr>
          <a:xfrm>
            <a:off x="12496800" y="52832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9" name="Cell">
            <a:extLst>
              <a:ext uri="{FF2B5EF4-FFF2-40B4-BE49-F238E27FC236}">
                <a16:creationId xmlns:a16="http://schemas.microsoft.com/office/drawing/2014/main" id="{401543FD-BCDE-4B65-960B-4C1F0F8A57DE}"/>
              </a:ext>
            </a:extLst>
          </p:cNvPr>
          <p:cNvSpPr/>
          <p:nvPr/>
        </p:nvSpPr>
        <p:spPr>
          <a:xfrm>
            <a:off x="12979400" y="52832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0" name="Cell">
            <a:extLst>
              <a:ext uri="{FF2B5EF4-FFF2-40B4-BE49-F238E27FC236}">
                <a16:creationId xmlns:a16="http://schemas.microsoft.com/office/drawing/2014/main" id="{2B7E511C-3E8B-4FE6-B694-5652DD9AE585}"/>
              </a:ext>
            </a:extLst>
          </p:cNvPr>
          <p:cNvSpPr/>
          <p:nvPr/>
        </p:nvSpPr>
        <p:spPr>
          <a:xfrm>
            <a:off x="13462000" y="52832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1" name="Cell">
            <a:extLst>
              <a:ext uri="{FF2B5EF4-FFF2-40B4-BE49-F238E27FC236}">
                <a16:creationId xmlns:a16="http://schemas.microsoft.com/office/drawing/2014/main" id="{59173157-C3F5-422B-B253-F6684B302E8A}"/>
              </a:ext>
            </a:extLst>
          </p:cNvPr>
          <p:cNvSpPr/>
          <p:nvPr/>
        </p:nvSpPr>
        <p:spPr>
          <a:xfrm>
            <a:off x="13944600" y="52832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2" name="Cell">
            <a:extLst>
              <a:ext uri="{FF2B5EF4-FFF2-40B4-BE49-F238E27FC236}">
                <a16:creationId xmlns:a16="http://schemas.microsoft.com/office/drawing/2014/main" id="{A2FB60A9-F8B2-4600-AC32-56FE24927CEF}"/>
              </a:ext>
            </a:extLst>
          </p:cNvPr>
          <p:cNvSpPr/>
          <p:nvPr/>
        </p:nvSpPr>
        <p:spPr>
          <a:xfrm>
            <a:off x="8636000" y="5765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3" name="Cell">
            <a:extLst>
              <a:ext uri="{FF2B5EF4-FFF2-40B4-BE49-F238E27FC236}">
                <a16:creationId xmlns:a16="http://schemas.microsoft.com/office/drawing/2014/main" id="{232CBD02-D2A9-4D0F-A26B-104AC1C50B99}"/>
              </a:ext>
            </a:extLst>
          </p:cNvPr>
          <p:cNvSpPr/>
          <p:nvPr/>
        </p:nvSpPr>
        <p:spPr>
          <a:xfrm>
            <a:off x="9118600" y="57658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4" name="Cell">
            <a:extLst>
              <a:ext uri="{FF2B5EF4-FFF2-40B4-BE49-F238E27FC236}">
                <a16:creationId xmlns:a16="http://schemas.microsoft.com/office/drawing/2014/main" id="{1C03028D-802D-4FA5-9C55-CBABA1BCBDF3}"/>
              </a:ext>
            </a:extLst>
          </p:cNvPr>
          <p:cNvSpPr/>
          <p:nvPr/>
        </p:nvSpPr>
        <p:spPr>
          <a:xfrm>
            <a:off x="9601200" y="57658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5" name="Cell">
            <a:extLst>
              <a:ext uri="{FF2B5EF4-FFF2-40B4-BE49-F238E27FC236}">
                <a16:creationId xmlns:a16="http://schemas.microsoft.com/office/drawing/2014/main" id="{D205C54D-41BB-445D-96AB-5B507D3F3F2C}"/>
              </a:ext>
            </a:extLst>
          </p:cNvPr>
          <p:cNvSpPr/>
          <p:nvPr/>
        </p:nvSpPr>
        <p:spPr>
          <a:xfrm>
            <a:off x="10083800" y="57658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6" name="Cell">
            <a:extLst>
              <a:ext uri="{FF2B5EF4-FFF2-40B4-BE49-F238E27FC236}">
                <a16:creationId xmlns:a16="http://schemas.microsoft.com/office/drawing/2014/main" id="{14EDA508-886C-46E0-A7DF-C0A140CDF8D1}"/>
              </a:ext>
            </a:extLst>
          </p:cNvPr>
          <p:cNvSpPr/>
          <p:nvPr/>
        </p:nvSpPr>
        <p:spPr>
          <a:xfrm>
            <a:off x="10566400" y="57658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7" name="Cell">
            <a:extLst>
              <a:ext uri="{FF2B5EF4-FFF2-40B4-BE49-F238E27FC236}">
                <a16:creationId xmlns:a16="http://schemas.microsoft.com/office/drawing/2014/main" id="{6B8E9CC9-0F67-4124-8DC7-8B8DE933EDDD}"/>
              </a:ext>
            </a:extLst>
          </p:cNvPr>
          <p:cNvSpPr/>
          <p:nvPr/>
        </p:nvSpPr>
        <p:spPr>
          <a:xfrm>
            <a:off x="11049000" y="5765800"/>
            <a:ext cx="482600" cy="4826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8" name="Cell">
            <a:extLst>
              <a:ext uri="{FF2B5EF4-FFF2-40B4-BE49-F238E27FC236}">
                <a16:creationId xmlns:a16="http://schemas.microsoft.com/office/drawing/2014/main" id="{F8A98C4F-B987-457B-A362-9CA9D68ED3EB}"/>
              </a:ext>
            </a:extLst>
          </p:cNvPr>
          <p:cNvSpPr/>
          <p:nvPr/>
        </p:nvSpPr>
        <p:spPr>
          <a:xfrm>
            <a:off x="11531600" y="5765800"/>
            <a:ext cx="482600" cy="4826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9" name="Cell">
            <a:extLst>
              <a:ext uri="{FF2B5EF4-FFF2-40B4-BE49-F238E27FC236}">
                <a16:creationId xmlns:a16="http://schemas.microsoft.com/office/drawing/2014/main" id="{7AE4DA5D-392E-4FBC-83B4-EDED53CFE8A9}"/>
              </a:ext>
            </a:extLst>
          </p:cNvPr>
          <p:cNvSpPr/>
          <p:nvPr/>
        </p:nvSpPr>
        <p:spPr>
          <a:xfrm>
            <a:off x="12014200" y="5765800"/>
            <a:ext cx="482600" cy="4826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0" name="Cell">
            <a:extLst>
              <a:ext uri="{FF2B5EF4-FFF2-40B4-BE49-F238E27FC236}">
                <a16:creationId xmlns:a16="http://schemas.microsoft.com/office/drawing/2014/main" id="{9CD3C6C9-BAEF-49D9-B679-17760679DCF8}"/>
              </a:ext>
            </a:extLst>
          </p:cNvPr>
          <p:cNvSpPr/>
          <p:nvPr/>
        </p:nvSpPr>
        <p:spPr>
          <a:xfrm>
            <a:off x="12496800" y="5765800"/>
            <a:ext cx="482600" cy="4826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1" name="Cell">
            <a:extLst>
              <a:ext uri="{FF2B5EF4-FFF2-40B4-BE49-F238E27FC236}">
                <a16:creationId xmlns:a16="http://schemas.microsoft.com/office/drawing/2014/main" id="{47E78997-B40D-40C2-B951-9DB4F98538A0}"/>
              </a:ext>
            </a:extLst>
          </p:cNvPr>
          <p:cNvSpPr/>
          <p:nvPr/>
        </p:nvSpPr>
        <p:spPr>
          <a:xfrm>
            <a:off x="12979400" y="5765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2" name="Cell">
            <a:extLst>
              <a:ext uri="{FF2B5EF4-FFF2-40B4-BE49-F238E27FC236}">
                <a16:creationId xmlns:a16="http://schemas.microsoft.com/office/drawing/2014/main" id="{36CD91B6-CA0F-4345-BBC6-3367ADF94A27}"/>
              </a:ext>
            </a:extLst>
          </p:cNvPr>
          <p:cNvSpPr/>
          <p:nvPr/>
        </p:nvSpPr>
        <p:spPr>
          <a:xfrm>
            <a:off x="13462000" y="5765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3" name="Cell">
            <a:extLst>
              <a:ext uri="{FF2B5EF4-FFF2-40B4-BE49-F238E27FC236}">
                <a16:creationId xmlns:a16="http://schemas.microsoft.com/office/drawing/2014/main" id="{64AC26D0-2D3D-45B2-9F78-5A3FF6CBF1B8}"/>
              </a:ext>
            </a:extLst>
          </p:cNvPr>
          <p:cNvSpPr/>
          <p:nvPr/>
        </p:nvSpPr>
        <p:spPr>
          <a:xfrm>
            <a:off x="13944600" y="5765800"/>
            <a:ext cx="482600" cy="4826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4" name="Text">
            <a:extLst>
              <a:ext uri="{FF2B5EF4-FFF2-40B4-BE49-F238E27FC236}">
                <a16:creationId xmlns:a16="http://schemas.microsoft.com/office/drawing/2014/main" id="{E3A2B27F-694E-4DA1-B499-9B7F28B7E58A}"/>
              </a:ext>
            </a:extLst>
          </p:cNvPr>
          <p:cNvSpPr txBox="1"/>
          <p:nvPr/>
        </p:nvSpPr>
        <p:spPr>
          <a:xfrm>
            <a:off x="8636000" y="6324600"/>
            <a:ext cx="5791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CO" sz="1400">
                <a:solidFill>
                  <a:srgbClr val="595959"/>
                </a:solidFill>
                <a:latin typeface="Arial"/>
                <a:cs typeface="Arial"/>
              </a:rPr>
              <a:t>Celdas del raster (ilustrativo, no a escala)</a:t>
            </a:r>
          </a:p>
        </p:txBody>
      </p:sp>
      <p:sp>
        <p:nvSpPr>
          <p:cNvPr id="115" name="LegendKey">
            <a:extLst>
              <a:ext uri="{FF2B5EF4-FFF2-40B4-BE49-F238E27FC236}">
                <a16:creationId xmlns:a16="http://schemas.microsoft.com/office/drawing/2014/main" id="{4EFCF19B-4E03-4CAB-AC06-ED195768779D}"/>
              </a:ext>
            </a:extLst>
          </p:cNvPr>
          <p:cNvSpPr/>
          <p:nvPr/>
        </p:nvSpPr>
        <p:spPr>
          <a:xfrm>
            <a:off x="8686800" y="6807200"/>
            <a:ext cx="279400" cy="279400"/>
          </a:xfrm>
          <a:prstGeom prst="rect">
            <a:avLst/>
          </a:prstGeom>
          <a:solidFill>
            <a:srgbClr val="E8F3EC"/>
          </a:solidFill>
          <a:ln w="9525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6" name="LegendText">
            <a:extLst>
              <a:ext uri="{FF2B5EF4-FFF2-40B4-BE49-F238E27FC236}">
                <a16:creationId xmlns:a16="http://schemas.microsoft.com/office/drawing/2014/main" id="{61F47664-DFB2-4E40-9906-1B485DA8899D}"/>
              </a:ext>
            </a:extLst>
          </p:cNvPr>
          <p:cNvSpPr txBox="1"/>
          <p:nvPr/>
        </p:nvSpPr>
        <p:spPr>
          <a:xfrm>
            <a:off x="8966200" y="6769100"/>
            <a:ext cx="751840" cy="355600"/>
          </a:xfrm>
          <a:prstGeom prst="rect">
            <a:avLst/>
          </a:prstGeom>
          <a:noFill/>
        </p:spPr>
        <p:txBody>
          <a:bodyPr vertOverflow="overflow" vert="horz" wrap="none" lIns="50800" rIns="0" rtlCol="0" anchor="ctr" anchorCtr="0">
            <a:noAutofit/>
          </a:bodyPr>
          <a:lstStyle/>
          <a:p>
            <a:pPr algn="l"/>
            <a:r>
              <a:rPr lang="es-CO" sz="1400">
                <a:solidFill>
                  <a:srgbClr val="404040"/>
                </a:solidFill>
                <a:latin typeface="Arial"/>
                <a:cs typeface="Arial"/>
              </a:rPr>
              <a:t>0–5%</a:t>
            </a:r>
          </a:p>
        </p:txBody>
      </p:sp>
      <p:sp>
        <p:nvSpPr>
          <p:cNvPr id="117" name="LegendKey">
            <a:extLst>
              <a:ext uri="{FF2B5EF4-FFF2-40B4-BE49-F238E27FC236}">
                <a16:creationId xmlns:a16="http://schemas.microsoft.com/office/drawing/2014/main" id="{651157D6-0765-45F5-ADB4-59CC991355DE}"/>
              </a:ext>
            </a:extLst>
          </p:cNvPr>
          <p:cNvSpPr/>
          <p:nvPr/>
        </p:nvSpPr>
        <p:spPr>
          <a:xfrm>
            <a:off x="9845040" y="6807200"/>
            <a:ext cx="279400" cy="279400"/>
          </a:xfrm>
          <a:prstGeom prst="rect">
            <a:avLst/>
          </a:prstGeom>
          <a:solidFill>
            <a:srgbClr val="B9DCC4"/>
          </a:solidFill>
          <a:ln w="9525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8" name="LegendText">
            <a:extLst>
              <a:ext uri="{FF2B5EF4-FFF2-40B4-BE49-F238E27FC236}">
                <a16:creationId xmlns:a16="http://schemas.microsoft.com/office/drawing/2014/main" id="{913FF1E4-B5BA-43EC-81F7-E79E5305B3EE}"/>
              </a:ext>
            </a:extLst>
          </p:cNvPr>
          <p:cNvSpPr txBox="1"/>
          <p:nvPr/>
        </p:nvSpPr>
        <p:spPr>
          <a:xfrm>
            <a:off x="10124440" y="6769100"/>
            <a:ext cx="751840" cy="355600"/>
          </a:xfrm>
          <a:prstGeom prst="rect">
            <a:avLst/>
          </a:prstGeom>
          <a:noFill/>
        </p:spPr>
        <p:txBody>
          <a:bodyPr vertOverflow="overflow" vert="horz" wrap="none" lIns="50800" rIns="0" rtlCol="0" anchor="ctr" anchorCtr="0">
            <a:noAutofit/>
          </a:bodyPr>
          <a:lstStyle/>
          <a:p>
            <a:pPr algn="l"/>
            <a:r>
              <a:rPr lang="es-CO" sz="1400">
                <a:solidFill>
                  <a:srgbClr val="404040"/>
                </a:solidFill>
                <a:latin typeface="Arial"/>
                <a:cs typeface="Arial"/>
              </a:rPr>
              <a:t>5–15%</a:t>
            </a:r>
          </a:p>
        </p:txBody>
      </p:sp>
      <p:sp>
        <p:nvSpPr>
          <p:cNvPr id="119" name="LegendKey">
            <a:extLst>
              <a:ext uri="{FF2B5EF4-FFF2-40B4-BE49-F238E27FC236}">
                <a16:creationId xmlns:a16="http://schemas.microsoft.com/office/drawing/2014/main" id="{EB4EE5D5-7786-4B54-8B43-A3A91389C9AA}"/>
              </a:ext>
            </a:extLst>
          </p:cNvPr>
          <p:cNvSpPr/>
          <p:nvPr/>
        </p:nvSpPr>
        <p:spPr>
          <a:xfrm>
            <a:off x="11003280" y="6807200"/>
            <a:ext cx="279400" cy="279400"/>
          </a:xfrm>
          <a:prstGeom prst="rect">
            <a:avLst/>
          </a:prstGeom>
          <a:solidFill>
            <a:srgbClr val="7FBF96"/>
          </a:solidFill>
          <a:ln w="9525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0" name="LegendText">
            <a:extLst>
              <a:ext uri="{FF2B5EF4-FFF2-40B4-BE49-F238E27FC236}">
                <a16:creationId xmlns:a16="http://schemas.microsoft.com/office/drawing/2014/main" id="{3558B1FA-734D-4B80-9A6F-6CAB9F4EA526}"/>
              </a:ext>
            </a:extLst>
          </p:cNvPr>
          <p:cNvSpPr txBox="1"/>
          <p:nvPr/>
        </p:nvSpPr>
        <p:spPr>
          <a:xfrm>
            <a:off x="11282680" y="6769100"/>
            <a:ext cx="751840" cy="355600"/>
          </a:xfrm>
          <a:prstGeom prst="rect">
            <a:avLst/>
          </a:prstGeom>
          <a:noFill/>
        </p:spPr>
        <p:txBody>
          <a:bodyPr vertOverflow="overflow" vert="horz" wrap="none" lIns="50800" rIns="0" rtlCol="0" anchor="ctr" anchorCtr="0">
            <a:noAutofit/>
          </a:bodyPr>
          <a:lstStyle/>
          <a:p>
            <a:pPr algn="l"/>
            <a:r>
              <a:rPr lang="es-CO" sz="1400">
                <a:solidFill>
                  <a:srgbClr val="404040"/>
                </a:solidFill>
                <a:latin typeface="Arial"/>
                <a:cs typeface="Arial"/>
              </a:rPr>
              <a:t>15–30%</a:t>
            </a:r>
          </a:p>
        </p:txBody>
      </p:sp>
      <p:sp>
        <p:nvSpPr>
          <p:cNvPr id="121" name="LegendKey">
            <a:extLst>
              <a:ext uri="{FF2B5EF4-FFF2-40B4-BE49-F238E27FC236}">
                <a16:creationId xmlns:a16="http://schemas.microsoft.com/office/drawing/2014/main" id="{274C67A7-1044-4428-B84D-01F24DFA5CED}"/>
              </a:ext>
            </a:extLst>
          </p:cNvPr>
          <p:cNvSpPr/>
          <p:nvPr/>
        </p:nvSpPr>
        <p:spPr>
          <a:xfrm>
            <a:off x="12161520" y="6807200"/>
            <a:ext cx="279400" cy="279400"/>
          </a:xfrm>
          <a:prstGeom prst="rect">
            <a:avLst/>
          </a:prstGeom>
          <a:solidFill>
            <a:srgbClr val="3F8F5E"/>
          </a:solidFill>
          <a:ln w="9525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2" name="LegendText">
            <a:extLst>
              <a:ext uri="{FF2B5EF4-FFF2-40B4-BE49-F238E27FC236}">
                <a16:creationId xmlns:a16="http://schemas.microsoft.com/office/drawing/2014/main" id="{2E8CAD42-2F00-46B9-AC9E-0019941E1D9E}"/>
              </a:ext>
            </a:extLst>
          </p:cNvPr>
          <p:cNvSpPr txBox="1"/>
          <p:nvPr/>
        </p:nvSpPr>
        <p:spPr>
          <a:xfrm>
            <a:off x="12440920" y="6769100"/>
            <a:ext cx="751840" cy="355600"/>
          </a:xfrm>
          <a:prstGeom prst="rect">
            <a:avLst/>
          </a:prstGeom>
          <a:noFill/>
        </p:spPr>
        <p:txBody>
          <a:bodyPr vertOverflow="overflow" vert="horz" wrap="none" lIns="50800" rIns="0" rtlCol="0" anchor="ctr" anchorCtr="0">
            <a:noAutofit/>
          </a:bodyPr>
          <a:lstStyle/>
          <a:p>
            <a:pPr algn="l"/>
            <a:r>
              <a:rPr lang="es-CO" sz="1400">
                <a:solidFill>
                  <a:srgbClr val="404040"/>
                </a:solidFill>
                <a:latin typeface="Arial"/>
                <a:cs typeface="Arial"/>
              </a:rPr>
              <a:t>30–50%</a:t>
            </a:r>
          </a:p>
        </p:txBody>
      </p:sp>
      <p:sp>
        <p:nvSpPr>
          <p:cNvPr id="123" name="LegendKey">
            <a:extLst>
              <a:ext uri="{FF2B5EF4-FFF2-40B4-BE49-F238E27FC236}">
                <a16:creationId xmlns:a16="http://schemas.microsoft.com/office/drawing/2014/main" id="{74F67E30-E773-433F-B087-F801F3198E76}"/>
              </a:ext>
            </a:extLst>
          </p:cNvPr>
          <p:cNvSpPr/>
          <p:nvPr/>
        </p:nvSpPr>
        <p:spPr>
          <a:xfrm>
            <a:off x="13319760" y="6807200"/>
            <a:ext cx="279400" cy="279400"/>
          </a:xfrm>
          <a:prstGeom prst="rect">
            <a:avLst/>
          </a:prstGeom>
          <a:solidFill>
            <a:srgbClr val="1B5E3B"/>
          </a:solidFill>
          <a:ln w="9525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4" name="LegendText">
            <a:extLst>
              <a:ext uri="{FF2B5EF4-FFF2-40B4-BE49-F238E27FC236}">
                <a16:creationId xmlns:a16="http://schemas.microsoft.com/office/drawing/2014/main" id="{104CF2FA-F9DE-49A4-82D4-9ADF9651FEA7}"/>
              </a:ext>
            </a:extLst>
          </p:cNvPr>
          <p:cNvSpPr txBox="1"/>
          <p:nvPr/>
        </p:nvSpPr>
        <p:spPr>
          <a:xfrm>
            <a:off x="13599160" y="6769100"/>
            <a:ext cx="751840" cy="355600"/>
          </a:xfrm>
          <a:prstGeom prst="rect">
            <a:avLst/>
          </a:prstGeom>
          <a:noFill/>
        </p:spPr>
        <p:txBody>
          <a:bodyPr vertOverflow="overflow" vert="horz" wrap="none" lIns="50800" rIns="0" rtlCol="0" anchor="ctr" anchorCtr="0">
            <a:noAutofit/>
          </a:bodyPr>
          <a:lstStyle/>
          <a:p>
            <a:pPr algn="l"/>
            <a:r>
              <a:rPr lang="es-CO" sz="1400">
                <a:solidFill>
                  <a:srgbClr val="404040"/>
                </a:solidFill>
                <a:latin typeface="Arial"/>
                <a:cs typeface="Arial"/>
              </a:rPr>
              <a:t>&gt;50%</a:t>
            </a:r>
          </a:p>
        </p:txBody>
      </p:sp>
      <p:sp>
        <p:nvSpPr>
          <p:cNvPr id="125" name="Bar">
            <a:extLst>
              <a:ext uri="{FF2B5EF4-FFF2-40B4-BE49-F238E27FC236}">
                <a16:creationId xmlns:a16="http://schemas.microsoft.com/office/drawing/2014/main" id="{9C39A644-B1A6-4C8A-AEF2-0281E71B5BC0}"/>
              </a:ext>
            </a:extLst>
          </p:cNvPr>
          <p:cNvSpPr/>
          <p:nvPr/>
        </p:nvSpPr>
        <p:spPr>
          <a:xfrm>
            <a:off x="1016000" y="7620000"/>
            <a:ext cx="14224000" cy="1066800"/>
          </a:xfrm>
          <a:prstGeom prst="roundRect">
            <a:avLst/>
          </a:prstGeom>
          <a:solidFill>
            <a:srgbClr val="F0F0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6" name="BarAccent">
            <a:extLst>
              <a:ext uri="{FF2B5EF4-FFF2-40B4-BE49-F238E27FC236}">
                <a16:creationId xmlns:a16="http://schemas.microsoft.com/office/drawing/2014/main" id="{803652BB-1E65-4AED-97F2-C0D412EB94F8}"/>
              </a:ext>
            </a:extLst>
          </p:cNvPr>
          <p:cNvSpPr/>
          <p:nvPr/>
        </p:nvSpPr>
        <p:spPr>
          <a:xfrm>
            <a:off x="1016000" y="7620000"/>
            <a:ext cx="101600" cy="1066800"/>
          </a:xfrm>
          <a:prstGeom prst="rect">
            <a:avLst/>
          </a:prstGeom>
          <a:solidFill>
            <a:srgbClr val="1E5B3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7" name="BarText">
            <a:extLst>
              <a:ext uri="{FF2B5EF4-FFF2-40B4-BE49-F238E27FC236}">
                <a16:creationId xmlns:a16="http://schemas.microsoft.com/office/drawing/2014/main" id="{A43A3C89-1851-4052-BF0E-DA0D713410BE}"/>
              </a:ext>
            </a:extLst>
          </p:cNvPr>
          <p:cNvSpPr txBox="1"/>
          <p:nvPr/>
        </p:nvSpPr>
        <p:spPr>
          <a:xfrm>
            <a:off x="1320800" y="7620000"/>
            <a:ext cx="13716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S" sz="2000" b="1">
                <a:solidFill>
                  <a:srgbClr val="262626"/>
                </a:solidFill>
                <a:latin typeface="Arial"/>
                <a:cs typeface="Arial"/>
              </a:rPr>
              <a:t>Capas de entrada: </a:t>
            </a:r>
            <a:r>
              <a:rPr lang="es-ES" sz="2000">
                <a:solidFill>
                  <a:srgbClr val="262626"/>
                </a:solidFill>
                <a:latin typeface="Arial"/>
                <a:cs typeface="Arial"/>
              </a:rPr>
              <a:t>siniestros y estaciones (0D), comunas y barrios (2D) y raster de pendientes (3D).</a:t>
            </a:r>
            <a:endParaRPr lang="es-CO" sz="2000">
              <a:solidFill>
                <a:srgbClr val="262626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567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C506E9-02DA-4C9C-9256-FD5665FAD19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a943726-e049-4baa-ace5-cab73eb4b3c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132</Words>
  <Application>Microsoft Office PowerPoint</Application>
  <PresentationFormat>Personalizar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Jorge Andrés Vivas Moreno</cp:lastModifiedBy>
  <cp:revision>2</cp:revision>
  <dcterms:created xsi:type="dcterms:W3CDTF">2006-08-16T00:00:00Z</dcterms:created>
  <dcterms:modified xsi:type="dcterms:W3CDTF">2026-10-09T12:11:15Z</dcterms:modified>
</cp:coreProperties>
</file>